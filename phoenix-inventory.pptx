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0"/>
            <a:ext cx="1645920" cy="5143500"/>
          </a:xfrm>
          <a:prstGeom prst="rect">
            <a:avLst/>
          </a:prstGeom>
          <a:solidFill>
            <a:srgbClr val="162D4A"/>
          </a:solidFill>
          <a:ln w="12700">
            <a:solidFill>
              <a:srgbClr val="162D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45920"/>
            <a:ext cx="54864" cy="18288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058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System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Project Documentation &amp; User Guide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1353312" cy="292608"/>
          </a:xfrm>
          <a:prstGeom prst="rect">
            <a:avLst/>
          </a:prstGeom>
          <a:solidFill>
            <a:srgbClr val="1A3A5C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200400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EA5E9"/>
                </a:solidFill>
              </a:rPr>
              <a:t>React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121408" y="3200400"/>
            <a:ext cx="1353312" cy="292608"/>
          </a:xfrm>
          <a:prstGeom prst="rect">
            <a:avLst/>
          </a:prstGeom>
          <a:solidFill>
            <a:srgbClr val="1A3A5C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21408" y="3200400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EA5E9"/>
                </a:solidFill>
              </a:rPr>
              <a:t>Node.js / Express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02736" y="3200400"/>
            <a:ext cx="1353312" cy="292608"/>
          </a:xfrm>
          <a:prstGeom prst="rect">
            <a:avLst/>
          </a:prstGeom>
          <a:solidFill>
            <a:srgbClr val="1A3A5C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02736" y="3200400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EA5E9"/>
                </a:solidFill>
              </a:rPr>
              <a:t>REST API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84064" y="3200400"/>
            <a:ext cx="1353312" cy="292608"/>
          </a:xfrm>
          <a:prstGeom prst="rect">
            <a:avLst/>
          </a:prstGeom>
          <a:solidFill>
            <a:srgbClr val="1A3A5C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84064" y="3200400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EA5E9"/>
                </a:solidFill>
              </a:rPr>
              <a:t>JWT Auth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565392" y="3200400"/>
            <a:ext cx="1353312" cy="292608"/>
          </a:xfrm>
          <a:prstGeom prst="rect">
            <a:avLst/>
          </a:prstGeom>
          <a:solidFill>
            <a:srgbClr val="1A3A5C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65392" y="3200400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EA5E9"/>
                </a:solidFill>
              </a:rPr>
              <a:t>PostgreSQL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itphoenixpack  •  phoenix-inventory  •  v1.0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37160"/>
            <a:ext cx="274320" cy="27432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7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EA5E9"/>
                </a:solidFill>
              </a:rPr>
              <a:t>PHOENIX INVENTORY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4572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deck covers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4023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828800"/>
            <a:ext cx="384048" cy="43891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828800"/>
            <a:ext cx="384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184708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Project Overview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05740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Purpose, goals &amp; target users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5760" y="2331720"/>
            <a:ext cx="4023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331720"/>
            <a:ext cx="384048" cy="43891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331720"/>
            <a:ext cx="384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235000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Key Features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256032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Core functionality at a glance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65760" y="2834640"/>
            <a:ext cx="4023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834640"/>
            <a:ext cx="384048" cy="43891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834640"/>
            <a:ext cx="384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285292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System Architecture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306324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High-level design &amp; data flow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65760" y="3337560"/>
            <a:ext cx="4023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337560"/>
            <a:ext cx="384048" cy="43891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337560"/>
            <a:ext cx="384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2960" y="335584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Tech Stack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960" y="35661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Tools, frameworks &amp; libraries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840480"/>
            <a:ext cx="4023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3840480"/>
            <a:ext cx="384048" cy="43891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840480"/>
            <a:ext cx="384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22960" y="385876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Project Structure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2960" y="406908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Folder layout &amp; codebase map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65760" y="4343400"/>
            <a:ext cx="4023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" y="4343400"/>
            <a:ext cx="384048" cy="43891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343400"/>
            <a:ext cx="384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22960" y="436168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Database Schema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22960" y="457200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Tables, relations &amp; data model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754880" y="1828800"/>
            <a:ext cx="4023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54880" y="1828800"/>
            <a:ext cx="384048" cy="43891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1828800"/>
            <a:ext cx="384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07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212080" y="184708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API Reference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212080" y="205740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Endpoints &amp; REST conventions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754880" y="2331720"/>
            <a:ext cx="4023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54880" y="2331720"/>
            <a:ext cx="384048" cy="43891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0" y="2331720"/>
            <a:ext cx="384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08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212080" y="235000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User Roles &amp; Auth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212080" y="256032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JWT, roles &amp; permission matrix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754880" y="2834640"/>
            <a:ext cx="4023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754880" y="2834640"/>
            <a:ext cx="384048" cy="43891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54880" y="2834640"/>
            <a:ext cx="384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09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212080" y="285292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Getting Started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212080" y="306324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Installation &amp; setup guide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754880" y="3337560"/>
            <a:ext cx="4023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754880" y="3337560"/>
            <a:ext cx="384048" cy="43891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54880" y="3337560"/>
            <a:ext cx="384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10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212080" y="335584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User Guide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212080" y="35661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How to use the application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4754880" y="3840480"/>
            <a:ext cx="4023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754880" y="3840480"/>
            <a:ext cx="384048" cy="43891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754880" y="3840480"/>
            <a:ext cx="384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11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5212080" y="385876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Future Roadmap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5212080" y="406908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Planned features &amp; improvements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4754880" y="4343400"/>
            <a:ext cx="4023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754880" y="4343400"/>
            <a:ext cx="384048" cy="43891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54880" y="4343400"/>
            <a:ext cx="384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12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5212080" y="436168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Summary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212080" y="457200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Quick recap &amp; contacts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37160"/>
            <a:ext cx="274320" cy="27432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7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EA5E9"/>
                </a:solidFill>
              </a:rPr>
              <a:t>PHOENIX INVENTORY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4572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Phoenix Inventory?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47548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828800"/>
            <a:ext cx="4754880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82880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About the Project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240280"/>
            <a:ext cx="4480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Inventory is a full-stack web application designed to help retail businesses manage their product stock efficiently. It provides a centralized platform where teams can track inventory levels, manage product data, handle user access, and generate business reports — all from a modern, responsive interface.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394960" y="1828800"/>
            <a:ext cx="3383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394960" y="1828800"/>
            <a:ext cx="73152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59552" y="18745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Full-Stack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559552" y="212140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React + Node.js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394960" y="2578608"/>
            <a:ext cx="3383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394960" y="2578608"/>
            <a:ext cx="73152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59552" y="26243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Database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559552" y="287121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SQL (PostgreSQL/SQLite)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394960" y="3328416"/>
            <a:ext cx="3383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394960" y="3328416"/>
            <a:ext cx="73152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59552" y="337413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Auth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59552" y="362102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JWT-based Secure Login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394960" y="4078224"/>
            <a:ext cx="3383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394960" y="4078224"/>
            <a:ext cx="73152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59552" y="412394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Access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559552" y="437083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Multi-role User System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37160"/>
            <a:ext cx="274320" cy="27432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7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EA5E9"/>
                </a:solidFill>
              </a:rPr>
              <a:t>PHOENIX INVENTORY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4572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functionality of the system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87452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874520"/>
            <a:ext cx="27432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039112"/>
            <a:ext cx="420624" cy="420624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2066544"/>
            <a:ext cx="365760" cy="3657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78408" y="2011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Product CRUD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29768" y="249631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Add, edit, delete products with full details including name, SKU, category, price &amp; quantity.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200400" y="187452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00400" y="1874520"/>
            <a:ext cx="2743200" cy="73152"/>
          </a:xfrm>
          <a:prstGeom prst="rect">
            <a:avLst/>
          </a:prstGeom>
          <a:solidFill>
            <a:srgbClr val="E05A00"/>
          </a:solidFill>
          <a:ln w="12700">
            <a:solidFill>
              <a:srgbClr val="E05A0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337560" y="2039112"/>
            <a:ext cx="420624" cy="420624"/>
          </a:xfrm>
          <a:prstGeom prst="ellipse">
            <a:avLst/>
          </a:prstGeom>
          <a:solidFill>
            <a:srgbClr val="E05A00"/>
          </a:solidFill>
          <a:ln w="12700">
            <a:solidFill>
              <a:srgbClr val="E05A00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992" y="2066544"/>
            <a:ext cx="365760" cy="3657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858768" y="2011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Stock Alerts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3310128" y="249631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Automatic low-stock notifications when inventory drops below defined threshold levels.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6080760" y="187452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080760" y="1874520"/>
            <a:ext cx="27432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217920" y="2039112"/>
            <a:ext cx="420624" cy="42062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2066544"/>
            <a:ext cx="365760" cy="36576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739128" y="2011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Search &amp; Filter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6190488" y="249631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Fast search by name, SKU, or category. Filter by stock status, price range, or supplier.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320040" y="342900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320040" y="3429000"/>
            <a:ext cx="2743200" cy="7315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457200" y="3593592"/>
            <a:ext cx="420624" cy="420624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" y="3621024"/>
            <a:ext cx="365760" cy="36576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78408" y="35661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User Roles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429768" y="405079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Admin, Staff and Viewer roles with distinct permissions for secure, controlled access.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3200400" y="342900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3200400" y="3429000"/>
            <a:ext cx="274320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3337560" y="3593592"/>
            <a:ext cx="420624" cy="42062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4992" y="3621024"/>
            <a:ext cx="365760" cy="36576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3858768" y="35661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Reports &amp; Export</a:t>
            </a:r>
            <a:endParaRPr lang="en-US" sz="1200" dirty="0"/>
          </a:p>
        </p:txBody>
      </p:sp>
      <p:sp>
        <p:nvSpPr>
          <p:cNvPr id="37" name="Text 30"/>
          <p:cNvSpPr/>
          <p:nvPr/>
        </p:nvSpPr>
        <p:spPr>
          <a:xfrm>
            <a:off x="3310128" y="405079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Generate inventory summaries, movement history and export data to CSV for analysis.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37160"/>
            <a:ext cx="274320" cy="27432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7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EA5E9"/>
                </a:solidFill>
              </a:rPr>
              <a:t>PHOENIX INVENTORY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4572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 client-server architecture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26060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828800"/>
            <a:ext cx="2606040" cy="38404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2880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</a:rPr>
              <a:t>PRESENTATION TIER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230428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React Frontend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788920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7249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React.js (SPA)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209544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314553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Axios HTTP Client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630168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5661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React Router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4050792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398678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Context API / State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1828800"/>
            <a:ext cx="26060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1828800"/>
            <a:ext cx="260604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182880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</a:rPr>
              <a:t>APPLICATION TIER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291840" y="230428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Node.js Backend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383280" y="2788920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47872" y="27249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Express.js Server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83280" y="3209544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47872" y="314553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JWT Middleware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83280" y="3630168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47872" y="35661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REST API Routes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83280" y="4050792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47872" y="398678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Business Logic Layer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035040" y="1828800"/>
            <a:ext cx="26060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035040" y="1828800"/>
            <a:ext cx="2606040" cy="38404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26480" y="182880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</a:rPr>
              <a:t>DATA TIER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126480" y="230428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Database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217920" y="2788920"/>
            <a:ext cx="91440" cy="9144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82512" y="27249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PostgreSQL / SQLite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217920" y="3209544"/>
            <a:ext cx="91440" cy="9144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82512" y="314553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ORM (Sequelize/Knex)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217920" y="3630168"/>
            <a:ext cx="91440" cy="9144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82512" y="35661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Schema Migrations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217920" y="4050792"/>
            <a:ext cx="91440" cy="9144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82512" y="398678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Data Persistence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971800" y="3154680"/>
            <a:ext cx="274320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926080" y="30175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⟷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2880360" y="33375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REST / HTTP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5806440" y="3154680"/>
            <a:ext cx="274320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60720" y="30175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⟷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5715000" y="33375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REST / HTTP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365760" y="470916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  →  HTTP Requests  →  API Server  →  SQL Queries  →  Database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37160"/>
            <a:ext cx="274320" cy="27432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7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EA5E9"/>
                </a:solidFill>
              </a:rPr>
              <a:t>PHOENIX INVENTORY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4572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Tools, frameworks &amp; libraries used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828800"/>
            <a:ext cx="27432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828800"/>
            <a:ext cx="2743200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8288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Frontend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304288"/>
            <a:ext cx="45720" cy="4114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30428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React.js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25146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UI component library (SPA)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962656"/>
            <a:ext cx="45720" cy="4114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96265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React Router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31729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Client-side routing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3621024"/>
            <a:ext cx="45720" cy="4114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62102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Axios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" y="383133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HTTP request handling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4279392"/>
            <a:ext cx="45720" cy="4114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427939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CSS / Tailwind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4360" y="448970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Styling &amp; responsive layout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0" y="1828800"/>
            <a:ext cx="27432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0" y="1828800"/>
            <a:ext cx="27432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0" y="18288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Backend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337560" y="2304288"/>
            <a:ext cx="4572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230428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Node.js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474720" y="25146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JavaScript runtime environment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337560" y="2962656"/>
            <a:ext cx="4572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0" y="296265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Express.js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474720" y="31729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Web server &amp; routing framework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337560" y="3621024"/>
            <a:ext cx="4572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0" y="362102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JWT (jsonwebtoken)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474720" y="383133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Token-based authentication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337560" y="4279392"/>
            <a:ext cx="4572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74720" y="427939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bcrypt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474720" y="448970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Password hashing &amp; security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080760" y="1828800"/>
            <a:ext cx="27432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080760" y="1828800"/>
            <a:ext cx="2743200" cy="34747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72200" y="18288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 &amp; DevOps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217920" y="2304288"/>
            <a:ext cx="45720" cy="41148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55080" y="230428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PostgreSQL / SQLite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355080" y="25146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Relational database engine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217920" y="2962656"/>
            <a:ext cx="45720" cy="41148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55080" y="296265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Sequelize / Knex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355080" y="31729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ORM / Query builder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217920" y="3621024"/>
            <a:ext cx="45720" cy="41148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55080" y="362102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dotenv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355080" y="383133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Environment config management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217920" y="4279392"/>
            <a:ext cx="45720" cy="41148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55080" y="427939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Git / GitHub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355080" y="448970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Version control &amp; collaboration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37160"/>
            <a:ext cx="274320" cy="27432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7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EA5E9"/>
                </a:solidFill>
              </a:rPr>
              <a:t>PHOENIX INVENTORY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4572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 folder layout &amp; organization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4114800" cy="3017520"/>
          </a:xfrm>
          <a:prstGeom prst="rect">
            <a:avLst/>
          </a:prstGeom>
          <a:solidFill>
            <a:srgbClr val="1E293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19202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phoenix-inventory/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2402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client/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45973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src/components/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267919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src/pages/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40080" y="289864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src/context/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40080" y="311810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src/utils/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0" y="33375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server/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40080" y="355701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routes/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40080" y="377647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controllers/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0080" y="399592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models/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40080" y="421538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middleware/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40080" y="443484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config/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8640" y="465429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.env / package.json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0" y="1828800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1828800"/>
            <a:ext cx="54864" cy="4572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184708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client/src/components/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92040" y="204825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Reusable UI components — Navbar, ProductCard, Modal, Table, Alert banners.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754880" y="2340864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2340864"/>
            <a:ext cx="54864" cy="4572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235915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client/src/pages/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92040" y="25603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Top-level page views: Dashboard, Products, Login, Reports, Users.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754880" y="2852928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2852928"/>
            <a:ext cx="54864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287121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server/routes/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92040" y="307238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Express route definitions — products, auth, users, reports endpoints.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754880" y="3364992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0" y="3364992"/>
            <a:ext cx="54864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338328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server/controllers/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92040" y="358444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Business logic handlers for each route group.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754880" y="3877056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54880" y="3877056"/>
            <a:ext cx="54864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92040" y="389534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server/models/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892040" y="409651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Database model definitions (ORM schemas &amp; table mappings).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754880" y="4389120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54880" y="4389120"/>
            <a:ext cx="54864" cy="4572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92040" y="44074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server/middleware/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892040" y="460857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JWT authentication guard, role-checking, error handler.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37160"/>
            <a:ext cx="274320" cy="27432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7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EA5E9"/>
                </a:solidFill>
              </a:rPr>
              <a:t>PHOENIX INVENTORY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4572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Tables, fields &amp; relationships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4023360" cy="1984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828800"/>
            <a:ext cx="4023360" cy="34747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8288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⊞  users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2267712"/>
            <a:ext cx="329184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67712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PK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914400" y="225856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2514600"/>
            <a:ext cx="329184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514600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4A3B8"/>
                </a:solidFill>
              </a:rPr>
              <a:t>  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914400" y="250545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" y="2761488"/>
            <a:ext cx="329184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76148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4A3B8"/>
                </a:solidFill>
              </a:rPr>
              <a:t>  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914400" y="275234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2920" y="3008376"/>
            <a:ext cx="329184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00837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4A3B8"/>
                </a:solidFill>
              </a:rPr>
              <a:t>  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914400" y="29992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password_hash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02920" y="3255264"/>
            <a:ext cx="329184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25526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4A3B8"/>
                </a:solidFill>
              </a:rPr>
              <a:t>  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914400" y="32461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02920" y="3502152"/>
            <a:ext cx="329184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502152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4A3B8"/>
                </a:solidFill>
              </a:rPr>
              <a:t>  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914400" y="349300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created_at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1828800"/>
            <a:ext cx="4023360" cy="24780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1828800"/>
            <a:ext cx="4023360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18288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⊞  products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892040" y="2267712"/>
            <a:ext cx="329184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2267712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PK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5303520" y="225856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92040" y="2514600"/>
            <a:ext cx="329184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2514600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4A3B8"/>
                </a:solidFill>
              </a:rPr>
              <a:t>  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5303520" y="250545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892040" y="2761488"/>
            <a:ext cx="329184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276148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4A3B8"/>
                </a:solidFill>
              </a:rPr>
              <a:t>  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303520" y="275234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sku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892040" y="3008376"/>
            <a:ext cx="329184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92040" y="300837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4A3B8"/>
                </a:solidFill>
              </a:rPr>
              <a:t>  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303520" y="29992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892040" y="3255264"/>
            <a:ext cx="329184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92040" y="325526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4A3B8"/>
                </a:solidFill>
              </a:rPr>
              <a:t>  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5303520" y="32461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892040" y="3502152"/>
            <a:ext cx="329184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92040" y="3502152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4A3B8"/>
                </a:solidFill>
              </a:rPr>
              <a:t>  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5303520" y="349300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quantity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892040" y="3749040"/>
            <a:ext cx="329184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92040" y="3749040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4A3B8"/>
                </a:solidFill>
              </a:rPr>
              <a:t>  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5303520" y="373989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low_stock_threshold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892040" y="3995928"/>
            <a:ext cx="329184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92040" y="399592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4A3B8"/>
                </a:solidFill>
              </a:rPr>
              <a:t>  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5303520" y="398678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created_at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65760" y="3474720"/>
            <a:ext cx="4023360" cy="22311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365760" y="3474720"/>
            <a:ext cx="40233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02920" y="34747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⊞  stock_movements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502920" y="3913632"/>
            <a:ext cx="329184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02920" y="3913632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PK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914400" y="390448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502920" y="4160520"/>
            <a:ext cx="329184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02920" y="4160520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FK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914400" y="415137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product_id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502920" y="4407408"/>
            <a:ext cx="329184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02920" y="440740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FK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914400" y="439826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502920" y="4654296"/>
            <a:ext cx="329184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02920" y="465429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4A3B8"/>
                </a:solidFill>
              </a:rPr>
              <a:t>  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914400" y="464515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(in/out)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502920" y="4901184"/>
            <a:ext cx="329184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02920" y="490118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4A3B8"/>
                </a:solidFill>
              </a:rPr>
              <a:t>  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914400" y="4892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quantity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502920" y="5148072"/>
            <a:ext cx="329184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02920" y="5148072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4A3B8"/>
                </a:solidFill>
              </a:rPr>
              <a:t>  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914400" y="513892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502920" y="5394960"/>
            <a:ext cx="329184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02920" y="5394960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4A3B8"/>
                </a:solidFill>
              </a:rPr>
              <a:t>  </a:t>
            </a:r>
            <a:endParaRPr lang="en-US" sz="700" dirty="0"/>
          </a:p>
        </p:txBody>
      </p:sp>
      <p:sp>
        <p:nvSpPr>
          <p:cNvPr id="79" name="Text 77"/>
          <p:cNvSpPr/>
          <p:nvPr/>
        </p:nvSpPr>
        <p:spPr>
          <a:xfrm>
            <a:off x="914400" y="538581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created_at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4754880" y="3474720"/>
            <a:ext cx="4023360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4754880" y="3474720"/>
            <a:ext cx="4023360" cy="347472"/>
          </a:xfrm>
          <a:prstGeom prst="rect">
            <a:avLst/>
          </a:prstGeom>
          <a:solidFill>
            <a:srgbClr val="E05A00"/>
          </a:solidFill>
          <a:ln w="12700">
            <a:solidFill>
              <a:srgbClr val="E05A0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892040" y="34747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⊞  categories</a:t>
            </a:r>
            <a:endParaRPr lang="en-US" sz="1200" dirty="0"/>
          </a:p>
        </p:txBody>
      </p:sp>
      <p:sp>
        <p:nvSpPr>
          <p:cNvPr id="83" name="Shape 81"/>
          <p:cNvSpPr/>
          <p:nvPr/>
        </p:nvSpPr>
        <p:spPr>
          <a:xfrm>
            <a:off x="4892040" y="3913632"/>
            <a:ext cx="329184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892040" y="3913632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PK</a:t>
            </a:r>
            <a:endParaRPr lang="en-US" sz="700" dirty="0"/>
          </a:p>
        </p:txBody>
      </p:sp>
      <p:sp>
        <p:nvSpPr>
          <p:cNvPr id="85" name="Text 83"/>
          <p:cNvSpPr/>
          <p:nvPr/>
        </p:nvSpPr>
        <p:spPr>
          <a:xfrm>
            <a:off x="5303520" y="390448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4892040" y="4160520"/>
            <a:ext cx="329184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892040" y="4160520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4A3B8"/>
                </a:solidFill>
              </a:rPr>
              <a:t>  </a:t>
            </a:r>
            <a:endParaRPr lang="en-US" sz="700" dirty="0"/>
          </a:p>
        </p:txBody>
      </p:sp>
      <p:sp>
        <p:nvSpPr>
          <p:cNvPr id="88" name="Text 86"/>
          <p:cNvSpPr/>
          <p:nvPr/>
        </p:nvSpPr>
        <p:spPr>
          <a:xfrm>
            <a:off x="5303520" y="415137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4892040" y="4407408"/>
            <a:ext cx="329184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892040" y="440740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4A3B8"/>
                </a:solidFill>
              </a:rPr>
              <a:t>  </a:t>
            </a:r>
            <a:endParaRPr lang="en-US" sz="700" dirty="0"/>
          </a:p>
        </p:txBody>
      </p:sp>
      <p:sp>
        <p:nvSpPr>
          <p:cNvPr id="91" name="Text 89"/>
          <p:cNvSpPr/>
          <p:nvPr/>
        </p:nvSpPr>
        <p:spPr>
          <a:xfrm>
            <a:off x="5303520" y="439826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37160"/>
            <a:ext cx="274320" cy="27432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7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EA5E9"/>
                </a:solidFill>
              </a:rPr>
              <a:t>PHOENIX INVENTORY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Reference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4572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endpoints &amp; conventions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84124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828800"/>
            <a:ext cx="841248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8470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Method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463040" y="18470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Endpoint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0" y="18470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Description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2148840"/>
            <a:ext cx="841248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" y="2185416"/>
            <a:ext cx="640080" cy="1828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18541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POST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170432" y="216712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/api/auth/register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80560" y="216712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Register a new user account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38912" y="2441448"/>
            <a:ext cx="640080" cy="1828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244144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POST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170432" y="242316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/api/auth/login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480560" y="242316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Authenticate &amp; receive JWT token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2660904"/>
            <a:ext cx="841248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8912" y="2697480"/>
            <a:ext cx="640080" cy="182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269748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GET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170432" y="267919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/api/products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480560" y="267919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List all products (with filters)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38912" y="2953512"/>
            <a:ext cx="640080" cy="1828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" y="295351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POST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170432" y="293522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/api/products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480560" y="293522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Create a new product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3172968"/>
            <a:ext cx="841248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8912" y="3209544"/>
            <a:ext cx="640080" cy="182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8912" y="320954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PUT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170432" y="319125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/api/products/:id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480560" y="319125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Update product details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38912" y="3465576"/>
            <a:ext cx="640080" cy="182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8912" y="346557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DELETE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170432" y="344728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/api/products/:id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480560" y="344728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Delete a product record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65760" y="3685032"/>
            <a:ext cx="841248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38912" y="3721608"/>
            <a:ext cx="640080" cy="182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38912" y="372160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GET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1170432" y="370332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/api/products/low-stock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480560" y="370332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Get all low-stock products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38912" y="3977640"/>
            <a:ext cx="640080" cy="182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38912" y="39776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GET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1170432" y="395935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/api/reports/summary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480560" y="395935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Inventory summary report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65760" y="4197096"/>
            <a:ext cx="841248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38912" y="4233672"/>
            <a:ext cx="640080" cy="182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8912" y="42336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GET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1170432" y="421538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/api/reports/movements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480560" y="421538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Stock movement history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38912" y="4489704"/>
            <a:ext cx="640080" cy="182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38912" y="448970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GET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1170432" y="447141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/api/users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480560" y="447141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Admin: list all users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65760" y="4709160"/>
            <a:ext cx="841248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38912" y="4745736"/>
            <a:ext cx="640080" cy="182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38912" y="474573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PUT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1170432" y="472744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/api/users/:id/role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4480560" y="472744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Admin: change user role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protected routes require:  Authorization: Bearer &lt;token&gt;  header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37160"/>
            <a:ext cx="274320" cy="27432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7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EA5E9"/>
                </a:solidFill>
              </a:rPr>
              <a:t>PHOENIX INVENTORY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 &amp; Authentication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4572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JWT-based auth with role-based access control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393192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828800"/>
            <a:ext cx="3931920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8288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JWT Authentication Flow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286000"/>
            <a:ext cx="219456" cy="21945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8600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04672" y="2295144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User submits email + password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2606040"/>
            <a:ext cx="219456" cy="21945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6060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04672" y="2615184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Server validates credentials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" y="2926080"/>
            <a:ext cx="219456" cy="21945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92608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04672" y="2935224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bcrypt compares password hash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2920" y="3246120"/>
            <a:ext cx="219456" cy="21945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24612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04672" y="3255264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JWT token signed &amp; returned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02920" y="3566160"/>
            <a:ext cx="219456" cy="21945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5661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04672" y="3575304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Client stores token (localStorage)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02920" y="3886200"/>
            <a:ext cx="219456" cy="21945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88620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6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04672" y="3895344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Token sent in every request header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02920" y="4206240"/>
            <a:ext cx="219456" cy="21945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2062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7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04672" y="4215384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Middleware verifies &amp; decodes token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02920" y="4526280"/>
            <a:ext cx="219456" cy="21945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52628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8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04672" y="4535424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Role checked → Access granted/denied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0" y="1828800"/>
            <a:ext cx="420624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572000" y="1828800"/>
            <a:ext cx="4206240" cy="34747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09160" y="18288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Permission Matrix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663440" y="22128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Permission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766560" y="221284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Admin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406640" y="221284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Staff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046720" y="221284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Viewer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572000" y="2468880"/>
            <a:ext cx="420624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63440" y="253288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View Products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766560" y="253288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✓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406640" y="253288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✓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046720" y="253288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✓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663440" y="288036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Add / Edit Items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766560" y="288036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✓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406640" y="288036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✓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046720" y="288036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✗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572000" y="3163824"/>
            <a:ext cx="420624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663440" y="32278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Delete Items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766560" y="32278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✓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7406640" y="32278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✗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8046720" y="32278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✗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4663440" y="357530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Manage Users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766560" y="357530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✓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7406640" y="357530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✗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8046720" y="357530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✗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4572000" y="3858768"/>
            <a:ext cx="420624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663440" y="392277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View Reports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6766560" y="392277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✓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7406640" y="392277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✓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8046720" y="392277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✓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4663440" y="42702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Export Data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6766560" y="427024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✓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7406640" y="427024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✓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8046720" y="427024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✗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37160"/>
            <a:ext cx="274320" cy="27432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7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EA5E9"/>
                </a:solidFill>
              </a:rPr>
              <a:t>PHOENIX INVENTORY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4572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&amp; local setup guide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783080"/>
            <a:ext cx="841248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783080"/>
            <a:ext cx="502920" cy="61264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783080"/>
            <a:ext cx="502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87552" y="18379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Clone the Repository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931920" y="1819656"/>
            <a:ext cx="466344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41648" y="183794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https://github.com/itphoenixpack/phoenix-inventory.git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phoenix-inventory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65760" y="2450592"/>
            <a:ext cx="841248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450592"/>
            <a:ext cx="502920" cy="61264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450592"/>
            <a:ext cx="502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87552" y="250545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Install Dependencies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931920" y="2487168"/>
            <a:ext cx="466344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41648" y="250545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server &amp;&amp; npm install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../client &amp;&amp; npm install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65760" y="3118104"/>
            <a:ext cx="841248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118104"/>
            <a:ext cx="502920" cy="61264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118104"/>
            <a:ext cx="502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87552" y="31729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Configure Environment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931920" y="3154680"/>
            <a:ext cx="466344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41648" y="317296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 .env.example .env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Edit DB_URL, JWT_SECRET, PORT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65760" y="3785616"/>
            <a:ext cx="841248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3785616"/>
            <a:ext cx="502920" cy="61264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785616"/>
            <a:ext cx="502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87552" y="3840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Run Database Migrations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931920" y="3822192"/>
            <a:ext cx="466344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41648" y="38404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server &amp;&amp; npm run migrate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seed  # (optional demo data)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65760" y="4453128"/>
            <a:ext cx="841248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5760" y="4453128"/>
            <a:ext cx="502920" cy="61264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453128"/>
            <a:ext cx="502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87552" y="45079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Start the Application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931920" y="4489704"/>
            <a:ext cx="466344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041648" y="450799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Terminal 1 (backend)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server &amp;&amp; npm run dev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Terminal 2 (frontend)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client &amp;&amp; npm start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65760" y="491947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Prerequisites: Node.js v16+  •  npm v8+  •  PostgreSQL v12+ (or SQLite for dev)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37160"/>
            <a:ext cx="274320" cy="27432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7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EA5E9"/>
                </a:solidFill>
              </a:rPr>
              <a:t>PHOENIX INVENTORY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Guide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4572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Phoenix Inventory day-to-day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828800"/>
            <a:ext cx="4023360" cy="32918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82880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Dashboard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0352" y="2286000"/>
            <a:ext cx="164592" cy="16459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22494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Log in with your credentials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30352" y="2624328"/>
            <a:ext cx="164592" cy="16459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" y="25877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View KPI cards: total products, low-stock count, recent movements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30352" y="2962656"/>
            <a:ext cx="164592" cy="16459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" y="2926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Click any card to drill into details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0" y="182880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1828800"/>
            <a:ext cx="402336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182880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Managing Products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19472" y="2286000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57216" y="22494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Go to Products → click Add Product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919472" y="2624328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57216" y="25877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Fill in name, SKU, category, price, quantity &amp; low-stock threshold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919472" y="2962656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57216" y="2926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Use Edit (pencil icon) or Delete (trash icon) per row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342900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3429000"/>
            <a:ext cx="4023360" cy="329184"/>
          </a:xfrm>
          <a:prstGeom prst="rect">
            <a:avLst/>
          </a:prstGeom>
          <a:solidFill>
            <a:srgbClr val="E05A00"/>
          </a:solidFill>
          <a:ln w="12700">
            <a:solidFill>
              <a:srgbClr val="E05A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42900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Search &amp; Filter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30352" y="3886200"/>
            <a:ext cx="164592" cy="164592"/>
          </a:xfrm>
          <a:prstGeom prst="ellipse">
            <a:avLst/>
          </a:prstGeom>
          <a:solidFill>
            <a:srgbClr val="E05A00"/>
          </a:solidFill>
          <a:ln w="12700">
            <a:solidFill>
              <a:srgbClr val="E05A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8096" y="38496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Use the search bar at the top of the Products page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30352" y="4224528"/>
            <a:ext cx="164592" cy="164592"/>
          </a:xfrm>
          <a:prstGeom prst="ellipse">
            <a:avLst/>
          </a:prstGeom>
          <a:solidFill>
            <a:srgbClr val="E05A00"/>
          </a:solidFill>
          <a:ln w="12700">
            <a:solidFill>
              <a:srgbClr val="E05A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8096" y="41879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Apply filters: Category, Stock Status (In/Low/Out)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30352" y="4562856"/>
            <a:ext cx="164592" cy="164592"/>
          </a:xfrm>
          <a:prstGeom prst="ellipse">
            <a:avLst/>
          </a:prstGeom>
          <a:solidFill>
            <a:srgbClr val="E05A00"/>
          </a:solidFill>
          <a:ln w="12700">
            <a:solidFill>
              <a:srgbClr val="E05A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8096" y="4526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Results update in real-time as you type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54880" y="342900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0" y="3429000"/>
            <a:ext cx="4023360" cy="32918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342900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Reports &amp; Export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919472" y="3886200"/>
            <a:ext cx="164592" cy="164592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57216" y="38496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Navigate to Reports in the sidebar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919472" y="4224528"/>
            <a:ext cx="164592" cy="164592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57216" y="41879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Choose Inventory Summary or Movement History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919472" y="4562856"/>
            <a:ext cx="164592" cy="164592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57216" y="4526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Click Export CSV to download the data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37160"/>
            <a:ext cx="274320" cy="27432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7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EA5E9"/>
                </a:solidFill>
              </a:rPr>
              <a:t>PHOENIX INVENTORY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Roadmap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4572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features &amp; improvements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783080"/>
            <a:ext cx="2743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783080"/>
            <a:ext cx="2743200" cy="5486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801368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" y="2084832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DBFE"/>
                </a:solidFill>
              </a:rPr>
              <a:t>Near-term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2450592"/>
            <a:ext cx="246888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2450592"/>
            <a:ext cx="45720" cy="4572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254203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Email notifications for low stock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" y="2999232"/>
            <a:ext cx="246888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2999232"/>
            <a:ext cx="45720" cy="4572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309067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Barcode scanner integration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3547872"/>
            <a:ext cx="246888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3547872"/>
            <a:ext cx="45720" cy="4572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363931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Bulk CSV import for products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02920" y="4096512"/>
            <a:ext cx="246888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4096512"/>
            <a:ext cx="45720" cy="4572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418795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Mobile-responsive UI polish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0" y="1783080"/>
            <a:ext cx="2743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1783080"/>
            <a:ext cx="274320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10128" y="1801368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310128" y="2084832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DBFE"/>
                </a:solidFill>
              </a:rPr>
              <a:t>Mid-term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337560" y="2450592"/>
            <a:ext cx="246888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37560" y="2450592"/>
            <a:ext cx="4572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56432" y="254203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Supplier management module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337560" y="2999232"/>
            <a:ext cx="246888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37560" y="2999232"/>
            <a:ext cx="4572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56432" y="309067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Purchase order tracking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337560" y="3547872"/>
            <a:ext cx="246888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37560" y="3547872"/>
            <a:ext cx="4572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56432" y="363931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Multi-warehouse / location support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337560" y="4096512"/>
            <a:ext cx="246888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337560" y="4096512"/>
            <a:ext cx="4572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56432" y="418795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Advanced analytics dashboard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035040" y="1783080"/>
            <a:ext cx="2743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035040" y="1783080"/>
            <a:ext cx="2743200" cy="54864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44768" y="1801368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3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144768" y="2084832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DBFE"/>
                </a:solidFill>
              </a:rPr>
              <a:t>Long-term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172200" y="2450592"/>
            <a:ext cx="246888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172200" y="2450592"/>
            <a:ext cx="45720" cy="4572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91072" y="254203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REST API documentation (Swagger)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172200" y="2999232"/>
            <a:ext cx="246888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172200" y="2999232"/>
            <a:ext cx="45720" cy="4572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91072" y="309067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Mobile app (React Native)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172200" y="3547872"/>
            <a:ext cx="246888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172200" y="3547872"/>
            <a:ext cx="45720" cy="4572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91072" y="363931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AI-based demand forecasting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172200" y="4096512"/>
            <a:ext cx="246888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172200" y="4096512"/>
            <a:ext cx="45720" cy="4572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91072" y="418795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Third-party ERP integrations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365760" y="491947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Roadmap priorities may shift based on user feedback and business needs.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62D4A"/>
          </a:solidFill>
          <a:ln w="12700">
            <a:solidFill>
              <a:srgbClr val="162D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Summary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98448"/>
            <a:ext cx="182880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508760"/>
            <a:ext cx="128016" cy="128016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630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React + Node.js full-stack app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7472" y="2020824"/>
            <a:ext cx="128016" cy="128016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97510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RESTful API architecture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" y="2532888"/>
            <a:ext cx="128016" cy="128016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4871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JWT authentication &amp; RBAC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7472" y="3044952"/>
            <a:ext cx="128016" cy="128016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99923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SQL database with ORM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7472" y="3557016"/>
            <a:ext cx="128016" cy="128016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51129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5 core modules: Products,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Roles, Reports, Search, Alerts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0" y="594360"/>
            <a:ext cx="5303520" cy="621792"/>
          </a:xfrm>
          <a:prstGeom prst="rect">
            <a:avLst/>
          </a:prstGeom>
          <a:solidFill>
            <a:srgbClr val="1A3A5C"/>
          </a:solidFill>
          <a:ln w="12700">
            <a:solidFill>
              <a:srgbClr val="1E4A7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0" y="62179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</a:rPr>
              <a:t>Repository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0" y="84124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github.com/itphoenixpack/phoenix-inventory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74720" y="1289304"/>
            <a:ext cx="5303520" cy="621792"/>
          </a:xfrm>
          <a:prstGeom prst="rect">
            <a:avLst/>
          </a:prstGeom>
          <a:solidFill>
            <a:srgbClr val="1A3A5C"/>
          </a:solidFill>
          <a:ln w="12700">
            <a:solidFill>
              <a:srgbClr val="1E4A7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0" y="131673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</a:rPr>
              <a:t>Stack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0" y="153619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React • Node.js • Express • PostgreSQL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74720" y="1984248"/>
            <a:ext cx="5303520" cy="621792"/>
          </a:xfrm>
          <a:prstGeom prst="rect">
            <a:avLst/>
          </a:prstGeom>
          <a:solidFill>
            <a:srgbClr val="1A3A5C"/>
          </a:solidFill>
          <a:ln w="12700">
            <a:solidFill>
              <a:srgbClr val="1E4A7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0" y="201168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</a:rPr>
              <a:t>Auth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0" y="2231136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JWT + bcrypt  •  Role-Based Access Control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474720" y="2679192"/>
            <a:ext cx="5303520" cy="621792"/>
          </a:xfrm>
          <a:prstGeom prst="rect">
            <a:avLst/>
          </a:prstGeom>
          <a:solidFill>
            <a:srgbClr val="1A3A5C"/>
          </a:solidFill>
          <a:ln w="12700">
            <a:solidFill>
              <a:srgbClr val="1E4A7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0" y="270662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</a:rPr>
              <a:t>API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57600" y="292608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RESTful  •  11 core endpoints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474720" y="3374136"/>
            <a:ext cx="5303520" cy="621792"/>
          </a:xfrm>
          <a:prstGeom prst="rect">
            <a:avLst/>
          </a:prstGeom>
          <a:solidFill>
            <a:srgbClr val="1A3A5C"/>
          </a:solidFill>
          <a:ln w="12700">
            <a:solidFill>
              <a:srgbClr val="1E4A7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0" y="340156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</a:rPr>
              <a:t>Roles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0" y="3621024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Admin  •  Staff  •  Viewer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0" y="431596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Thank You  •  Phoenix Inventory  •  itphoenixpack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0" y="46634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A6A8A"/>
                </a:solidFill>
              </a:rPr>
              <a:t>For questions — raise a GitHub Issue or contact the dev team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Phoenix Inventory – Project Documentation</dc:title>
  <dc:subject>PptxGenJS Presentation</dc:subject>
  <dc:creator>IT Phoenix Pack</dc:creator>
  <cp:lastModifiedBy>IT Phoenix Pack</cp:lastModifiedBy>
  <cp:revision>1</cp:revision>
  <dcterms:created xsi:type="dcterms:W3CDTF">2026-04-03T06:02:43Z</dcterms:created>
  <dcterms:modified xsi:type="dcterms:W3CDTF">2026-04-03T06:02:43Z</dcterms:modified>
</cp:coreProperties>
</file>